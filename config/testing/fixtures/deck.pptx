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everyone, confirm remote attendees can see and hear.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up while people settle. Roughly 90 minutes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Dana to walk the table in the spreadsheet; switch to budget.xlsx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the keynote is still being confirmed.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the floor; watch the Meet chat for remote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PNGAS Board Meeting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18 October 2026 · Hybrid session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Call to order and quorum</a:t>
            </a:r>
          </a:p>
          <a:p>
            <a:r>
              <a:t>Treasurer's report</a:t>
            </a:r>
          </a:p>
          <a:p>
            <a:r>
              <a:t>2027 conference update</a:t>
            </a:r>
          </a:p>
          <a:p>
            <a:r>
              <a:t>Hybrid meeting toolkit</a:t>
            </a:r>
          </a:p>
          <a:p>
            <a:r>
              <a:t>Adjournment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Treasurer's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Dues tracking 4% under budget</a:t>
            </a:r>
          </a:p>
          <a:p>
            <a:r>
              <a:t>Conference revenue 10% over budget</a:t>
            </a:r>
          </a:p>
          <a:p>
            <a:r>
              <a:t>Operations 7% under budget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2027 conference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Venue contract signed</a:t>
            </a:r>
          </a:p>
          <a:p>
            <a:r>
              <a:t>Call for sessions opens 1 December</a:t>
            </a:r>
          </a:p>
          <a:p>
            <a:r>
              <a:t>Sponsorship tiers unchanged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